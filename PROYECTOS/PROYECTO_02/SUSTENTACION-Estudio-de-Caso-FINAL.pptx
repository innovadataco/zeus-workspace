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37E"/>
                </a:solidFill>
              </a:defRPr>
            </a:pPr>
            <a:r>
              <a:t>ESTRATEGIA DE APROPIACIÓN DE PLATAFORMA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96C7"/>
                </a:solidFill>
              </a:defRPr>
            </a:pPr>
            <a:r>
              <a:t>Participación Ciudadana en Bogotá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Presentación del Estudio de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Bogotá: 76% conectividad, 1.271 instancias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Solo 13,5% participa efectivamente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Solo 6,5% percibe respuesta institucional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¿Por qué la tecnología no genera incidencia?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No es falta de canales. Es falta de trazabilidad.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Bogotá no necesita otra plataforma.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Contexto: Bogotá 2021-2025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2021: Decreto 477 reorganiza IDPAC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2023: Decreto 606 actualiza Sistema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2025: IFIS reporta 1.271 instancias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Brecha: sin integración planeación-participación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Dato crítico: 86,5% NUNCA ha participado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Muchas puertas de entrada, sin ventanas de salida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37E"/>
                </a:solidFill>
              </a:defRPr>
            </a:pPr>
            <a:r>
              <a:t>General: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Definir estrategia de apropiación de Decidim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1A237E"/>
                </a:solidFill>
              </a:defRPr>
            </a:pPr>
            <a:r>
              <a:t>Específicos: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Evaluar plataformas mediante IMPD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Diagnosticar ecosistema distrital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Diseñar estrategia de implementación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¿Por qué Bogotá? ¿Por qué Decidim?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Caso singular: cobertura digital + norma reciente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+ brecha de trazabilidad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Replicable: Medellín, Cali, Ciudad de México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Decidim: única con AGPL + trazabilidad + 30+ ciudades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No escogido al azar: es un laboratorio perfecto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Tiene todo para funcionar, pero no funciona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Marco Teórico: 4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Arnstein (1969): ¿Cuánto poder tiene el ciudadano?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Macintosh (2004): ¿Tecnología = incidencia?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Castelnovo (2020): ¿Co-producción o recolección?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Xifré (2023): ¿Software auditable?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Cada autor resuelve una pregunta del caso Bogotá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El marco no es decorativo: es operativo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Metodología: Enfoque Mixto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Fase 1: Evaluación comparada (IMPD) — Cuantitativo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Fase 2: Diagnóstico institucional — Mixto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Fase 3: Diseño estratégico — Cualitativo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Fuentes: IFIS, IIPC, EPC, IIP (oficiales)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Instrumento: IMPD propio (3 dimensiones)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Alcance: Exploratorio-descriptivo-propositivo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Hallazgo 1: Decidim Lidera IMPD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Uruguay: 88,77 | Brasil: 88,10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Chile/Decidim: 87,85 | México: 74,66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Argentina: 66,00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Decidim lidera dimensión técnica: 95/100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Licencia AGPL + comunidad + módulos deliberativos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Superioridad técnica no la hace la 'única' opción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Hallazgos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H1: Decidim lidera IMPD (87,85/100)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H2: Paradoja de Nicho: 6,5% vs 91,8%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H3: Brecha trazabilidad: IIP 56/100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Inferencia: problema institucional, no tecnológico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Sin integración IDPAC-IDU-Sisbén-SAP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La plataforma sola NO cierra la brecha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Análisis: ¿Dónde se Pierde el Ciudadano?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IIPC 2023: Gestión 73,5/100 (dimensión más baja)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Confianza: 17,7%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IIP 2025: Bogotá 56/100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Debilidad: 'Cierre de Ciclo'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Ciudadano entra, no ve resultado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Sistema con muchas puertas, sin ventanas de salida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C1: Decidim es opción robusta, no única viable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C2: La brecha es institucional: ciudadano no ve destino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C3: Tecnología + reforma = necesaria pero no suficiente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La solución no es más tecnología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Es mejor institución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Bogotá tiene todo para funcionar. Pero no funciona.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Conclusiones (continuación)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El catalizador es técnico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El destino es institucional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No necesita otra plataforma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Necesita que la que tiene, funcione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Ciudadano necesita ver destino de sus aportes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Eso es trazabilidad. Eso es incidencia.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Recomendaciones: 4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R1: Trazabilidad activa (integrar con planeación)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R2: Inclusión económica (incentivos no monetarios)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R3: Inteligencia local (diferenciar por territorio)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R4: Rendición de cuentas (IDPAC-IDBAC-IDU)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Piloto con alcance controlado y métricas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Requiere voluntad política, no solo tecnología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¿Preguntas?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Diana Cáceres | Jelkin Carrillo | Wilmar Otavo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Politécnico Grancolombiano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